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10  HEALTH ·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Vikas.ai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2E8F0"/>
                </a:solidFill>
                <a:latin typeface="Calibri"/>
              </a:defRPr>
            </a:pPr>
            <a:r>
              <a:t>Explainable, Voice-Driven Decision Support for</a:t>
            </a:r>
          </a:p>
          <a:p>
            <a:pPr algn="l">
              <a:spcBef>
                <a:spcPts val="400"/>
              </a:spcBef>
              <a:defRPr sz="2400" b="1">
                <a:solidFill>
                  <a:srgbClr val="06B6D4"/>
                </a:solidFill>
                <a:latin typeface="Calibri"/>
              </a:defRPr>
            </a:pPr>
            <a:r>
              <a:t>Underserved Communities in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27432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2E8F0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Voice-First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app, no internet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57200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2E8F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Multilingual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8+ Indian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Cited medical reasoning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57200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2E8F0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Safety-First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Emergency protocols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Hackathon 2026  ·  PS #10  ·  Health &amp; Social Impact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01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People Don't Need More Information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6B6D4"/>
                </a:solidFill>
                <a:latin typeface="Calibri"/>
              </a:defRPr>
            </a:pPr>
            <a:r>
              <a:t>They Need Clear, Contextual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669280" cy="1143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505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 Barriers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900M+ Indians lack reliable internet. Existing health apps require smartphones, data plans, and literacy — excluding the most vulnerable.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669280" cy="1143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76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76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Google returns 500M results for 'headache'. Underserved users cannot filter peer-reviewed evidence from misinformation.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5669280" cy="1143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02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02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Critical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40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Delayed medical triage costs lives. Rural users travel 50+ km to discover their condition was manageable at home — or miss emergencies.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37744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450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3F5E"/>
                </a:solidFill>
                <a:latin typeface="Calibri"/>
              </a:defRPr>
            </a:pPr>
            <a:r>
              <a:t>900M+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Indians without reliable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38328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Rely on unverified health advice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38912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462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3.5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Average rural travel for basic consult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5394960"/>
            <a:ext cx="4754880" cy="8229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468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532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Official Indian languages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"The most vulnerable people in the world can be reached with just a phone call — no app, no internet, no literacy required."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02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Vikas.ai — Just Dial &amp;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An AI-powered telephonic assistant providing explainable, evidence-based health &amp; civic guidance — accessible to anyone with a basic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📞  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Call the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Dial the helpline from any phone — feature phone, smartphone, landline. No app or internet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🗣️ 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Speak Naturally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Talk in Hindi, Marathi, Tamil, Telugu, English, or 8+ languages. AI auto-detects your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🧠  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AI Reasons &amp; Responds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Multi-agent pipeline performs clinical triage, retrieves PubMed evidence, and builds an explainable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377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✅  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Get Actionable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2918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Receive clear next-steps: self-care routines, when to see a doctor, emergency escalation with helpline numbers.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✦ Explainable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chain-of-thought shown — not a black box. Users understand WHY.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8463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✦ Safety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Emergency keyword detection, hard-coded disclaimers, prescription blocking.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8463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✦ Live Intervention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Guided breathing exercises, panic de-escalation, and suicide hotline routing.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48463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✦ SMS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5257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If the call drops, the response is delivered via SMS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03  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End-to-End Voice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Phone (PSTN/VoIP)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Any phone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7373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199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Vapi Gateway + Twilio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59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Voice ↔ Text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7373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19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Deepgram Nova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Multilingual Transcription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79" y="17373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39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Groq + LLama 3.1 8B Instant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LLM Reasoning &amp; Triage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37360"/>
            <a:ext cx="2103120" cy="12801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2E8F0"/>
                </a:solidFill>
                <a:latin typeface="Calibri"/>
              </a:defRPr>
            </a:pPr>
            <a:r>
              <a:t>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ElevenLabs Vikram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Multilingual V2 TTS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38328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Telephony Layer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794760"/>
            <a:ext cx="1828800" cy="254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Vapi AI — Voice assistant orchestration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Twilio — Phone numbers &amp; SMS OTP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ngrok — Secure webhook tunneling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38328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AI / ML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3794760"/>
            <a:ext cx="1828800" cy="254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Groq — Ultra-fast LLM inference (LLama 3.1 8B)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LangGraph — Multi-agent state machine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ChromaDB — Vector RAG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440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Sentence Transformers — Embeddings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338328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Voice / NLP Layer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794760"/>
            <a:ext cx="1828800" cy="2540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Deepgram Nova 3 — Multilingual ASR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ElevenLabs Multilingual V2 — TTS (Vikram)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8+ Indian languages supported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338328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D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Backend / Infra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3794760"/>
            <a:ext cx="1828800" cy="254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FastAPI — Async Python backend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434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PubMed API — Live medical evidence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4937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Safety Guardrails — Emergency protocols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5440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SMS Fallback — Twilio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04  LIVE DEMO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Try It Live — Call Vikas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+1 (631) 490-9141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Vapi Primary · SMS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+1 (938) 902-2543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Twilio · SMS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+1 (516) 667-0818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Vapi Backup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+98993 56642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Vapi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Live Demo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1.  Call the number — Vikas greets in Hindi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2.  Say symptoms in Hindi, Marathi, or 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3.  AI reasons through PubMed evidence in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4.  Get actionable guidance with cited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5.  Test emergency response — "mujhe saans nahi aa rahi"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PS Requirements — All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Conversational input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Voice-first telephony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Reasoning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023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LangGraph multi-agent CoT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Safety disclaimers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Emergency protocols + guardrails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54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Explainable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reasoning chain visible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120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120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Multilingual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8+ Indian languages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486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486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 input &amp;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486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Deepgram ASR + ElevenLabs TTS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